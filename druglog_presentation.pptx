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💊 DrugLog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복약 관리 및 병용금기 분석 서비스</a:t>
            </a:r>
          </a:p>
          <a:p>
            <a:pPr/>
            <a:r>
              <a:t>이민경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여러 약을 동시에 복용하는 경우 증가</a:t>
            </a:r>
          </a:p>
          <a:p>
            <a:pPr/>
            <a:r>
              <a:t>병용금기 및 부작용 위험 존재</a:t>
            </a:r>
          </a:p>
          <a:p>
            <a:pPr/>
            <a:r>
              <a:t>일반 사용자가 확인하기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해결 아이디어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복용약 저장 및 관리</a:t>
            </a:r>
          </a:p>
          <a:p>
            <a:pPr/>
            <a:r>
              <a:t>병용금기 자동 분석</a:t>
            </a:r>
          </a:p>
          <a:p>
            <a:pPr/>
            <a:r>
              <a:t>연령 / 임부 / 노인 위험 통합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 데이터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공공데이터포털 DUR 데이터</a:t>
            </a:r>
          </a:p>
          <a:p>
            <a:pPr/>
            <a:r>
              <a:t>병용금기 / 연령금기 / 임부금기 / 노인주의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 + Streamlit</a:t>
            </a:r>
          </a:p>
          <a:p>
            <a:pPr/>
            <a:r>
              <a:t>CSV 기반 데이터 처리</a:t>
            </a:r>
          </a:p>
          <a:p>
            <a:pPr/>
            <a:r>
              <a:t>JSON 기반 사용자 데이터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- 병용금기 검색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두 약 입력 시 자동 분석</a:t>
            </a:r>
          </a:p>
          <a:p>
            <a:pPr/>
            <a:r>
              <a:t>실시간 결과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- 복용약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약 저장 / 수정 / 삭제</a:t>
            </a:r>
          </a:p>
          <a:p>
            <a:pPr/>
            <a:r>
              <a:t>복용 정보 기록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- 전체 점검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복용약 간 조합 자동 분석</a:t>
            </a:r>
          </a:p>
          <a:p>
            <a:pPr/>
            <a:r>
              <a:t>위험 조합 탐지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- 종합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나이 입력</a:t>
            </a:r>
          </a:p>
          <a:p>
            <a:pPr/>
            <a:r>
              <a:t>임신 여부 반영</a:t>
            </a:r>
          </a:p>
          <a:p>
            <a:pPr/>
            <a:r>
              <a:t>개인 맞춤 위험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카드형 UI</a:t>
            </a:r>
          </a:p>
          <a:p>
            <a:pPr/>
            <a:r>
              <a:t>색상 기반 위험 표시</a:t>
            </a:r>
          </a:p>
          <a:p>
            <a:pPr/>
            <a:r>
              <a:t>직관적인 결과 제공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안전한 복약 지원</a:t>
            </a:r>
          </a:p>
          <a:p>
            <a:pPr/>
            <a:r>
              <a:t>사용자 접근성 향상</a:t>
            </a:r>
          </a:p>
          <a:p>
            <a:pPr/>
            <a:r>
              <a:t>의료 데이터 활용 증가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서비스 확장 가능</a:t>
            </a:r>
          </a:p>
          <a:p>
            <a:pPr/>
            <a:r>
              <a:t>추천 시스템 및 모바일화</a:t>
            </a:r>
          </a:p>
          <a:p>
            <a:pPr/>
            <a:r>
              <a:t>알림 기능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